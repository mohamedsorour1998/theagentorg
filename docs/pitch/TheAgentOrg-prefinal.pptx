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574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E8EDF4"/>
                </a:solidFill>
                <a:latin typeface="Helvetica Neue"/>
              </a:rPr>
              <a:t>THE AGENT ORG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27248"/>
            <a:ext cx="23774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93008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>
                <a:solidFill>
                  <a:srgbClr val="8A94A6"/>
                </a:solidFill>
                <a:latin typeface="Helvetica Neue"/>
              </a:rPr>
              <a:t>AI agents that ship code the way an engineering team does —</a:t>
            </a:r>
          </a:p>
          <a:p>
            <a:pPr algn="l">
              <a:lnSpc>
                <a:spcPct val="120000"/>
              </a:lnSpc>
            </a:pPr>
            <a:r>
              <a:rPr sz="2400" b="0">
                <a:solidFill>
                  <a:srgbClr val="8A94A6"/>
                </a:solidFill>
                <a:latin typeface="Helvetica Neue"/>
              </a:rPr>
              <a:t>with a safety check they cannot argue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RosettaTeam   ·   DevOps Hackathon, pre-final evaluation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25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Twenty minutes, five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774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The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who built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272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272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The problem, and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127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why an AI pipeline needs a gate it cannot argue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7705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77056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877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how a ticket becomes a merged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2686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626864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Progress to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6268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what runs today, and what we measured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766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4FD1C5"/>
                </a:solidFill>
                <a:latin typeface="Menlo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3766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8EDF4"/>
                </a:solidFill>
                <a:latin typeface="Helvetica Neue"/>
              </a:rPr>
              <a:t>Roadmap, then a live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two tickets: one ships, one is refused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RosettaTeam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orou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3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59536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Mohamed Sorour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Senior DevOps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VEZEETA</a:t>
            </a:r>
          </a:p>
        </p:txBody>
      </p:sp>
      <p:pic>
        <p:nvPicPr>
          <p:cNvPr id="10" name="Picture 9" descr="mari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4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2944367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Mariam Abdelkader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7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Associate Solution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7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RENOSYSTEMS</a:t>
            </a:r>
          </a:p>
        </p:txBody>
      </p:sp>
      <p:pic>
        <p:nvPicPr>
          <p:cNvPr id="14" name="Picture 13" descr="habib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5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029198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Habiba Megahed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8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DevOps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8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pic>
        <p:nvPicPr>
          <p:cNvPr id="18" name="Picture 17" descr="ree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56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7114029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Reem Shkeep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29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29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pic>
        <p:nvPicPr>
          <p:cNvPr id="22" name="Picture 21" descr="ay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87" y="2395728"/>
            <a:ext cx="1481328" cy="1481328"/>
          </a:xfrm>
          <a:prstGeom prst="ellipse">
            <a:avLst/>
          </a:prstGeom>
          <a:ln w="19050">
            <a:solidFill>
              <a:srgbClr val="2A3242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9198860" y="4096512"/>
            <a:ext cx="208483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E8EDF4"/>
                </a:solidFill>
                <a:latin typeface="Helvetica Neue"/>
              </a:rPr>
              <a:t>Aya Ebrahim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0" y="4645152"/>
            <a:ext cx="208483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8A94A6"/>
                </a:solidFill>
                <a:latin typeface="Helvetica Neue"/>
              </a:rPr>
              <a:t>Junior Testing Engineer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0" y="52486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DIGILIANS ALUM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618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8A94A6"/>
                </a:solidFill>
                <a:latin typeface="Helvetica Neue"/>
              </a:rPr>
              <a:t>Three of us trained together at Digilians — this is the first thing we have built as one team.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E8EDF4"/>
                </a:solidFill>
                <a:latin typeface="Helvetica Neue"/>
              </a:rPr>
              <a:t>AI writes code faster than anyone</a:t>
            </a:r>
          </a:p>
          <a:p>
            <a:pPr algn="l">
              <a:lnSpc>
                <a:spcPct val="106000"/>
              </a:lnSpc>
            </a:pPr>
            <a:r>
              <a:rPr sz="3600" b="1">
                <a:solidFill>
                  <a:srgbClr val="E8EDF4"/>
                </a:solidFill>
                <a:latin typeface="Helvetica Neue"/>
              </a:rPr>
              <a:t>can review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487168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Teams are already letting AI agents open pull requests.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67328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Review is the bottleneck — so the temptation is to trust and merge.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2569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We built that unchecked pipeline first, on purpose, to see what happens.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20640"/>
            <a:ext cx="3657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6B6B"/>
                </a:solidFill>
                <a:latin typeface="Helvetica Neue"/>
              </a:rPr>
              <a:t>10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2531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changes carrying hardcoded cloud credentials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were merged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8EDF4"/>
                </a:solidFill>
                <a:latin typeface="Helvetica Neue"/>
              </a:rPr>
              <a:t>And nobody noticed.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828800" cy="3810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91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Every job passed. Every dashboard was green.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The credential reached the main branch and the pipeline reported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8EDF4"/>
                </a:solidFill>
                <a:latin typeface="Helvetica Neue"/>
              </a:rPr>
              <a:t>A check that never ran looks exactly like a check that passed.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So we gave the agents an organisation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8A94A6"/>
                </a:solidFill>
                <a:latin typeface="Helvetica Neue"/>
              </a:rPr>
              <a:t>A ticket walks the same path it would in a real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PLAN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planner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0671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BUILD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175502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REVIEW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reviewer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3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SCAN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45164" y="2880360"/>
            <a:ext cx="1783080" cy="896112"/>
          </a:xfrm>
          <a:prstGeom prst="rect">
            <a:avLst/>
          </a:prstGeom>
          <a:solidFill>
            <a:srgbClr val="1C2230"/>
          </a:solidFill>
          <a:ln w="15875">
            <a:solidFill>
              <a:srgbClr val="4FD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D1C5"/>
                </a:solidFill>
                <a:latin typeface="Helvetica Neue"/>
              </a:rPr>
              <a:t>RELEASE</a:t>
            </a:r>
          </a:p>
          <a:p>
            <a:pPr algn="ctr"/>
            <a:r>
              <a:rPr sz="1100">
                <a:solidFill>
                  <a:srgbClr val="8A94A6"/>
                </a:solidFill>
                <a:latin typeface="Menlo"/>
              </a:rPr>
              <a:t>sre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7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3" y="3877056"/>
            <a:ext cx="20848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FD1C5"/>
                </a:solidFill>
                <a:latin typeface="Menlo"/>
              </a:rPr>
              <a:t>▲ human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Five specialist agents: they plan, write, critique, scan and sign 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Three points where a named human must approve before anything moves.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06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And a safety check that is ordinary arithmetic, not judgement.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safety check cannot be persuaded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Real scanners read the change and report what they find.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A fixed severity threshold decides: at or above it, the change stops.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9776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That decision is arithmetic. There is nothing in it to convince.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9784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4FD1C5"/>
                </a:solidFill>
                <a:latin typeface="Helvetica Neue"/>
              </a:rPr>
              <a:t>We tried talking it out of a block. The reply insisted the change was safe and the scanners were wrong — and the change stayed blocked, because those words were never part of the decision.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Cloud-native,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86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A ticket is opened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286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 GitHub issue — the only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9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992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Signed and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99923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authenticated before anything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124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71246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Routed to the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71246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an event bus, with a dead-letter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256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256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Five agents, five runtimes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4256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each isolated, all from one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38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4FD1C5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389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E8EDF4"/>
                </a:solidFill>
                <a:latin typeface="Helvetica Neue"/>
              </a:rPr>
              <a:t>Three approval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51389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the run pauses until a human clicks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989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FD1C5"/>
                </a:solidFill>
                <a:latin typeface="Helvetica Neue"/>
              </a:rPr>
              <a:t>20 infrastructure resources, all defined as code   ·   no long-lived cloud credentials anywhere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humans are not a formality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Each gate is a platform-level approval, not a step the pipeline can skip.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2841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Until someone clicks, the next stage does not exist — it is never queued.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9651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Refusing is recorded on the ticket: who refused, and when.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4FD1C5"/>
                </a:solidFill>
                <a:latin typeface="Helvetica Neue"/>
              </a:rPr>
              <a:t>When the safety check stops a change, the stages after it are never created. There is no branch to take and no flag to flip — the refusal is structural.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Working today,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The full pipeline runs in the cloud on every ticket.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62656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Three real scanners run inside the agents' own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39312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Both outcomes verified this week against the live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15967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E8EDF4"/>
                </a:solidFill>
                <a:latin typeface="Helvetica Neue"/>
              </a:rPr>
              <a:t>Every run leaves a readable record on the ticket it came from.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860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1102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0906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automated tests passing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across 41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1148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E8EDF4"/>
                </a:solidFill>
                <a:latin typeface="Helvetica Neue"/>
              </a:rPr>
              <a:t>~5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91947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from ticket opened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8A94A6"/>
                </a:solidFill>
                <a:latin typeface="Helvetica Neue"/>
              </a:rPr>
              <a:t>to change merged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The same request, twice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8A94A6"/>
                </a:solidFill>
                <a:latin typeface="Helvetica Neue"/>
              </a:rPr>
              <a:t>One ticket is clean. One carries a hardcoded credential. Nothing else differs.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4572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4ADE80"/>
                </a:solidFill>
                <a:latin typeface="Helvetica Neue"/>
              </a:rPr>
              <a:t>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Planned, written, reviewed, scanned,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approved three times, merged.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The ticket closed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17520"/>
            <a:ext cx="4480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FF6B6B"/>
                </a:solidFill>
                <a:latin typeface="Helvetica Neue"/>
              </a:rPr>
              <a:t>REFUSED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Two credentials found in the change.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Stopped before anyone could approve it,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E8EDF4"/>
                </a:solidFill>
                <a:latin typeface="Helvetica Neue"/>
              </a:rPr>
              <a:t>and the ticket says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8A94A6"/>
                </a:solidFill>
                <a:latin typeface="Helvetica Neue"/>
              </a:rPr>
              <a:t>About 3 minutes to refuse. Nothing merged, and the reason is on the ticket in plain English.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>
                <a:solidFill>
                  <a:srgbClr val="E8EDF4"/>
                </a:solidFill>
                <a:latin typeface="Helvetica Neue"/>
              </a:rPr>
              <a:t>What this is worth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Review capacity stops being the limit on how fast a team can ship.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1071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The checks that matter run on every change, not when someone remembers.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15384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A refusal is auditable: what was found, who approved, and when.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02005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8EDF4"/>
                </a:solidFill>
                <a:latin typeface="Helvetica Neue"/>
              </a:rPr>
              <a:t>It bolts onto the tools a team already uses — issues, branches, approvals.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58368"/>
            <a:ext cx="10149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D1C5"/>
                </a:solidFill>
                <a:latin typeface="Helvetica Neue"/>
              </a:rPr>
              <a:t>WHAT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3800" b="1">
                <a:solidFill>
                  <a:srgbClr val="E8EDF4"/>
                </a:solidFill>
                <a:latin typeface="Helvetica Neue"/>
              </a:rPr>
              <a:t>Roadmap to the final phase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BROADEN THE CHECKS — dependency and licence scanning, and per-project thresholds.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64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HARDEN THE RECORD — durable run history, and a timeline a reviewer can read.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52544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SCALE OUT — many repositories at once, and a queue so runs never contend.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40096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>
                <a:solidFill>
                  <a:srgbClr val="E8EDF4"/>
                </a:solidFill>
                <a:latin typeface="Helvetica Neue"/>
              </a:rPr>
              <a:t>PROVE IT AT VOLUME — ten times the sample behind the numbers on slide eight.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4FD1C5"/>
                </a:solidFill>
                <a:latin typeface="Helvetica Neue"/>
              </a:rPr>
              <a:t>Every item is a gap we have already written down. We would rather show you a known limitation than discover one on stage.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E8EDF4"/>
                </a:solidFill>
                <a:latin typeface="Helvetica Neue"/>
              </a:rPr>
              <a:t>Let us show you.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00400"/>
            <a:ext cx="182880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56616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8A94A6"/>
                </a:solidFill>
                <a:latin typeface="Helvetica Neue"/>
              </a:rPr>
              <a:t>Two tickets. The same feature request.</a:t>
            </a:r>
          </a:p>
          <a:p>
            <a:pPr algn="l">
              <a:lnSpc>
                <a:spcPct val="120000"/>
              </a:lnSpc>
            </a:pPr>
            <a:r>
              <a:rPr sz="2600" b="0">
                <a:solidFill>
                  <a:srgbClr val="8A94A6"/>
                </a:solidFill>
                <a:latin typeface="Helvetica Neue"/>
              </a:rPr>
              <a:t>One ships itself. One is refused.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78992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4400" b="1">
                <a:solidFill>
                  <a:srgbClr val="E8EDF4"/>
                </a:solidFill>
                <a:latin typeface="Helvetica Neue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920239"/>
            <a:ext cx="1463040" cy="38100"/>
          </a:xfrm>
          <a:prstGeom prst="rect">
            <a:avLst/>
          </a:prstGeom>
          <a:solidFill>
            <a:srgbClr val="4FD1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Agents did the work.</a:t>
            </a:r>
          </a:p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Humans stayed in control of what shipped.</a:t>
            </a:r>
          </a:p>
          <a:p>
            <a:pPr algn="l">
              <a:lnSpc>
                <a:spcPct val="155000"/>
              </a:lnSpc>
            </a:pPr>
            <a:r>
              <a:rPr sz="2700" b="0">
                <a:solidFill>
                  <a:srgbClr val="E8EDF4"/>
                </a:solidFill>
                <a:latin typeface="Helvetica Neue"/>
              </a:rPr>
              <a:t>And the change that should not have shipped, did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>
                <a:solidFill>
                  <a:srgbClr val="8A94A6"/>
                </a:solidFill>
                <a:latin typeface="Helvetica Neue"/>
              </a:rPr>
              <a:t>RosettaTeam   ·   questions welcome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272784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8A94A6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