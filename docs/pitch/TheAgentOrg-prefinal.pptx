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8EDF4"/>
                </a:solidFill>
                <a:latin typeface="Helvetica Neue"/>
              </a:rPr>
              <a:t>THE AGENT 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27248"/>
            <a:ext cx="2377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93008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AI agents that ship code the way an engineering team does —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with a safety check they cannot argue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RosettaTeam   ·   DevOps Hackathon, pre-final evaluation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25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Twenty minutes, five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who built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272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problem, and our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272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why an AI pipeline needs a gate it cannot argue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87705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8770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how a ticket becomes a merged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2686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Progress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62686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what runs today, and what we measured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766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766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Roadmap, then a 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3766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two tickets: one ships, one is refused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3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59536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Mohamed Sorour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Senior DevOps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VEZEETA</a:t>
            </a:r>
          </a:p>
        </p:txBody>
      </p:sp>
      <p:pic>
        <p:nvPicPr>
          <p:cNvPr id="10" name="Picture 9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4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44367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Mariam Abdelkader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Associate Solution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7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RENOSYSTEMS</a:t>
            </a:r>
          </a:p>
        </p:txBody>
      </p:sp>
      <p:pic>
        <p:nvPicPr>
          <p:cNvPr id="14" name="Picture 13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5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029198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Habiba Megahed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198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DevOps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198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18" name="Picture 17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56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114029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Reem Shkeep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29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29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22" name="Picture 21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87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98860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Aya Ebrahim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0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0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618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Three of us trained together at Digilians — this is the first thing we have built as one team.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AI writes code faster than anyone</a:t>
            </a:r>
          </a:p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can review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487168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Teams are already letting AI agents open pull requests.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is the bottleneck — so the temptation is to trust and merge.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256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We built that unchecked pipeline first, on purpose, to see what happens.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6B6B"/>
                </a:solidFill>
                <a:latin typeface="Helvetica Neue"/>
              </a:rPr>
              <a:t>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25312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changes carrying hardcoded cloud credentials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were merged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And nobody noticed.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Every job passed. Every dashboard was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The credential reached the main branch and the pipeline reported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A check that never ran looks exactly like a check that passed.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So we gave the agents an organisation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A ticket walks the same path it would in a real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PLAN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planner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1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BUILD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developer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02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REVIEW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reviewer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333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SCAN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4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RELEASE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2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8863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Five specialist agents: they plan, write, critique, scan and sign 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points where a named human must approve before anything moves.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806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And a safety check that is ordinary arithmetic, not judgement.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safety check cannot be persuaded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Real scanners read the change and report what they find.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fixed severity threshold decides: at or above it, the change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That decision is arithmetic. There is nothing in it to convince.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We tried talking it out of a block. The reply insisted the change was safe and the scanners were wrong — and the change stayed blocked, because those words were never part of the decision.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runs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2084831"/>
            <a:ext cx="320040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984247"/>
            <a:ext cx="585216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GITHUB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7008" y="2395727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auth-service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target repo · a ticket is opened 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7008" y="3072383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4FD1C5"/>
                </a:solidFill>
                <a:latin typeface="Helvetica Neue"/>
              </a:rPr>
              <a:t>TheAgentOrg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pipeline · seven jobs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07008" y="3895343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1 · plan approved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4498847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2 · change approved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8" y="5102351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3 · release approved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084831"/>
            <a:ext cx="2834640" cy="2487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8071" y="1984247"/>
            <a:ext cx="420624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7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7" y="2395727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Lambda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verifies the signature first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84647" y="3090671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EventBridge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routes it · dead-letter queue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4647" y="3785615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Bedrock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model the agents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84831"/>
            <a:ext cx="269748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85632" y="1984247"/>
            <a:ext cx="1463040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AGENTCORE · 5 RUNTIMES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239572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planner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breaks the ticket 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03580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developer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writes the change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367588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reviewer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critiques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431596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4FD1C5"/>
                </a:solidFill>
                <a:latin typeface="Menlo"/>
              </a:rPr>
              <a:t>security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three real scanners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20" y="495604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sre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release readiness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14415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one image · five tags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differing only by 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2487167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0792" y="2871215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webhook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9392" y="3163823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2" y="354787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dispatch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3163823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3547871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invoke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61996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D1C5"/>
                </a:solidFill>
                <a:latin typeface="Helvetica Neue"/>
              </a:rPr>
              <a:t>No laptop anywhere in that path   ·   no long-lived cloud credentials   ·   the three gates are GitHub's, not ours to bypass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Cloud-native, start to finish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A ticket is opened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 GitHub issue — the only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99923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Signed and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99923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authenticated before anything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1246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Routed to the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7124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an event bus, with a dead-letter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256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256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Five agents, five runtimes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4256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each isolated, all from one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38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138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Three approval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1389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the run pauses until a human 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4FD1C5"/>
                </a:solidFill>
                <a:latin typeface="Helvetica Neue"/>
              </a:rPr>
              <a:t>20 infrastructure resources, all defined as code   ·   no long-lived cloud credentials anywhere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humans are not a formality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Each gate is a platform-level approval, not a step the pipeline can skip.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284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Until someone clicks, the next stage does not exist — it is never queued.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65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Refusing is recorded on the ticket: who refused, and when.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When the safety check stops a change, the stages after it are never created. There is no branch to take and no flag to flip — the refusal is structural.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Working today,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The full pipeline runs in the cloud on every ticket.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62656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real scanners run inside the agents' own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39312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Both outcomes verified this week against the live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15967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Every run leaves a readable record on the ticket it came from.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1102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906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automated tests passing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across 41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~5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194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from ticket opened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to change merged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same request,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One ticket is clean. One carries a hardcoded credential. Nothing else differs.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4ADE80"/>
                </a:solidFill>
                <a:latin typeface="Helvetica Neue"/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Planned, written, reviewed, scanned,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approved three times, merged.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The ticket closed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1752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6B6B"/>
                </a:solidFill>
                <a:latin typeface="Helvetica Neue"/>
              </a:rPr>
              <a:t>REFUSED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Two credentials found in the change.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Stopped before anyone could approve it,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and the ticket says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About 3 minutes to refuse. Nothing merged, and the reason is on the ticket in plain English.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this is worth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capacity stops being the limit on how fast a team can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107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The checks that matter run on every change, not when someone remembers.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153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refusal is auditable: what was found, who approved, and when.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02005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It bolts onto the tools a team already uses — issues, branches, approvals.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Roadmap to the final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BROADEN THE CHECKS — dependency and licence scanning, and per-project thresholds.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64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HARDEN THE RECORD — durable run history, and a timeline a reviewer can read.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35254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SCALE OUT — many repositories at once, and a queue so runs never contend.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400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PROVE IT AT VOLUME — ten times the sample behind the numbers on slide eight.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Every item is a gap we have already written down. We would rather show you a known limitation than discover one on stage.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Let us show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182880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Two tickets. The same feature request.</a:t>
            </a:r>
          </a:p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One ships itself. One is refused.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400" b="1">
                <a:solidFill>
                  <a:srgbClr val="E8EDF4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Agents did the work.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Humans stayed in control of what shipped.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And the change that should not have shipped,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RosettaTeam   ·   questions welcome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