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seventy-six automated tests across ninety-five files, plus three hundred and thirty-eight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and the limits are slide 14;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a ticket that deliberately carries a credential. Watch the line numbers when it blocks.</a:t>
            </a:r>
          </a:p>
          <a:p/>
          <a:p>
            <a:r>
              <a:t>IF ASKED — "what are the three cards?" One per scanner, each showing its own worst finding against the threshold. Only gitleaks reached it, so only gitleaks blocks. That comparison is the whole decision, and a run that passes shows it too.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carries a credential,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2176</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95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338</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v55</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ticket that deliberately carries a credential. The scanners find it,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line numbers: the real scanners report lines 3 and 4. The built-in stand-in, used only when a scanner is unavailable, reports 4 and 5, so the pair shows a real scan happened.</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