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Three on the overview, then the architecture, the business impact, and how this differs from what vendors ship. Then what is built,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what it is told to. The AI reviewers we checked leave a comment or report a neutral status by default, so requiring them does not stop a merge.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no model takes part in the decision, so there is nothing to argue with.</a:t>
            </a:r>
          </a:p>
          <a:p/>
          <a:p>
            <a:r>
              <a:t>IF ASKED — "but the security agent calls a model?" Only to write the sentence that explains the verdict, after the verdict is decided. That text cannot change it.</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agent job takes an AWS role through OIDC, so there is no stored AWS key anywhere, and calls its agent on Bedrock AgentCore: planner, developer, reviewer, security, SRE. Five: the agents call Amazon Nova 2 Lite. Six: the security stage decides with three scanners and a fixed threshold, no model; the model only writes the explanation afterwards. Seven: the gates wait for a named person, in GitHub or in our app. Eight: the app, on Amplify, reads each run from DynamoDB through a role that can only see its own tenant's data.</a:t>
            </a:r>
          </a:p>
          <a:p/>
          <a:p>
            <a:r>
              <a:t>IF ASKED — "the security agent calls the model too?" Yes, for one thing: the sentence explaining the verdict. The verdict is computed first, by the scanners and the threshold, and the model's text goes into a separate field that cannot change it. Take the model away and the block still happens.</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The four jobs that hold an AWS role (plan, develop, SRE and promote) write a copy to DynamoDB, which is what the app reads. The gates hold no AWS credentials on purpose, so a gate's decision reaches DynamoDB with the next job.</a:t>
            </a:r>
          </a:p>
          <a:p/>
          <a:p>
            <a:r>
              <a:t>IF ASKED — "how do people sign in?" Email through Amazon Cognito, or GitHub.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just under eight minutes, and none of the twelve merged changes carried a credential.</a:t>
            </a:r>
          </a:p>
          <a:p/>
          <a:p>
            <a:r>
              <a:t>SAY THE CAVEAT — do not wait to be asked. Twelve of fifty-seven runs merged, so the median covers the runs that finished, and a person clicked every gate in it.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leaves, by default, "a Comment review, not a Request changes review", so it never blocks. Anthropic's code review "always completes with a neutral conclusion so it never blocks merging". OpenAI's Codex guidance says it doesn't "replace tests, branch protections, or required approvals". Cursor's findings "default to neutral". And Snyk's own page puts our thesis in six words: the generator cannot be the validator.</a:t>
            </a:r>
          </a:p>
          <a:p/>
          <a:p>
            <a:r>
              <a:t>IF ASKED — "can't Copilot approve pull requests now?" Yes, if a team turns that on. That lets the model pass a change; it still cannot block one. It makes our point sharper, not weaker.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in their words, "a mistyped path in settings.json leaves the gate silently disabled". And by default, if Semgrep crashes, it still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seventy-two automated tests across ninety-three files, plus three hundred and thirty-four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about any single row — scoring is slide 7 and the limits are slide 14;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a ticket that deliberately carries a credential. Watch the line numbers when it blocks.</a:t>
            </a:r>
          </a:p>
          <a:p/>
          <a:p>
            <a:r>
              <a:t>IF ASKED — "what are the three cards?" One per scanner, each showing its own worst finding against the threshold. Only gitleaks reached it, so only gitleaks blocks. That comparison is the whole decision, and a run that passes shows it too.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and why the gate is not a model</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your ten notes, and what it does not do</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2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carries a credential,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no model takes part in the decision</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7.88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12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12</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12 of 57 runs merged, so the median covers the runs that finished. The same scan finds 3 credentials in unmerged pull request #72,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by default “a ‘Comment’ review, not … a ‘Request changes’ review”</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 merging”</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Their documentation: “a mistyped path in settings.json leaves the gate silently disabled”.</a:t>
            </a:r>
          </a:p>
        </p:txBody>
      </p:sp>
      <p:sp>
        <p:nvSpPr>
          <p:cNvPr id="12" name="Rectangle 11"/>
          <p:cNvSpPr/>
          <p:nvPr/>
        </p:nvSpPr>
        <p:spPr>
          <a:xfrm>
            <a:off x="7930896"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By default, if the scanner crashes it still reports success, so a crash reads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2172</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93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334</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26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v54</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web app, the API, the worker and a local model</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ticket that deliberately carries a credential. The scanners find it,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line numbers: the real scanners report lines 3 and 4. The built-in stand-in, used only when a scanner is unavailable, reports 4 and 5, so the pair shows a real scan happened.</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