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SECURITY GATES FOR</a:t>
            </a:r>
          </a:p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AGENT-WRITTEN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23774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B97AB"/>
                </a:solidFill>
                <a:latin typeface="Helvetica Neue"/>
              </a:rPr>
              <a:t>Five agents take a ticket to a pull request. Three human gates and one deterministic rule decide whether it ships.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Menlo"/>
              </a:rPr>
              <a:t>THE AGENT 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235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Mohamed Sorour · Mariam · Habiba · Reem · 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An agent can write the code. Who checks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Coding agents now open pull requests without a person in the loop. The reviewer of that change is increasingly another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A model can be persuaded, distracted or prompt-injected. It is the wrong thing to place between a committed credential and a default branch.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Measured on this project's own baseline: with no checks in the loop, a poisoned change reached the branch every time it was tried.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D3EE"/>
                </a:solidFill>
                <a:latin typeface="Helvetica Neue"/>
              </a:rPr>
              <a:t>The question is not whether an agent can write the change. It is what stands between that change and production.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Nine stages. Three of them are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filled dot is an agent stage. A ring is a gate — the pipeline stops there until a named reviewer approves it in GitHub.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Five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planner, developer, reviewer, security, SRE — each an isolated runtime, one image, five roles.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8368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51248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Three human 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51248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GitHub Environments with required reviewers. A gate pauses a JOB, which is why the pipeline is cut into seven.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30896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13776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One rule that is not a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3776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a fixed severity threshold. Same input, same answer, every time.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Non-deterministic models. A deterministic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Every agent here is a language model, and every one of them can be wrong. The component that stops a change is not one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9748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REVIEWER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69748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SECURITY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0266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1546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 model reading the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1546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three scanners and a fixed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catches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6118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intent, logic, plan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credentials, CVEs, injectable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69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069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ADVISORY — it loops, it cannot stop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0690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BINDING — it ends the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26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same input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526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may differ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5262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identical, always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can be argued with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983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yes, it is a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983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no model is involved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32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The block is a dependency edge, not a status check: the develop stage exits 3 and the next gate declares that it needs it. There is no condition to misconfigure and no required check to forget.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4650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TRIGGER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GitHub issue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8606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8606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Lambda · HMAC-SHA256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9732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9732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EventBridge bus +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0858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0858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DLQ (SQS)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688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ORCHESTRATION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GitHub Actions · 7 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65648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65648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3 Environments = the gates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3816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3816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OIDC → IAM · no static keys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1912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AGENTS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Bedrock AgentCore · 5 runtimes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65648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5648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Amazon Nova 2 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3816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3816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ECR · one arm64 image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1363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THE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gitleaks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8606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8606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Trivy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99732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9732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Semgrep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50858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50858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B7185"/>
                </a:solidFill>
                <a:latin typeface="Menlo"/>
              </a:rPr>
              <a:t>fixed threshold — no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63600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STATE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DynamoDB · runs + tenancy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65648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65648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Secrets Manager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33816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3816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CloudWatch Logs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35838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THE PRODUCT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7480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Cognito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5648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65648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Amplify SSR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33816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33816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Next.js 16 · React 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60533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Fourteen AWS services, read off the Terraform and the call sites. Every AWS step assumes a role through OIDC — no static keys.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it costs, and what it buys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$0.013–0.017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model cost per change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three measured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5.39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median ticket to merge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8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0 of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merged changes carrying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Infrastructure is 99.9% of nothing beside the model: Lambda, EventBridge and DynamoDB together came to twelve millionths of a dollar per change. Any cost work that is not prompt caching is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The value is not the cents. It is that a credential cannot reach the default branch by being approved quickly — refusing that is the one thing the pipeline does without a model in the 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Stated honestly: 8 merges of 37 runs, so the median is over the ones that finished. And the zero has a positive control — the same scan finds 3 in unmerged PR #50, so it is a measurement and not a broken grep.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E8ECF3"/>
                </a:solidFill>
                <a:latin typeface="Helvetica Neue"/>
              </a:rPr>
              <a:t>Every vendor's AI review is advisory. They say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57400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FROM THEIR OWN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865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GitHub Copilot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514600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“will not block merging changes”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53512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Anthropic Code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53512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“always completes with a neutral conclusion so it never blocks”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9242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OpenAI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92424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“don't replace tests, branch protections, or required approvals”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31336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Cursor Bugbot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831336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findings “default to neutral” — requiring the status does not 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70248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Helvetica Neue"/>
              </a:rPr>
              <a:t>Snyk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27024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2D3EE"/>
                </a:solidFill>
                <a:latin typeface="Menlo"/>
              </a:rPr>
              <a:t>“The generator cannot be the validator.”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So the distinction is not that we are deterministic and they are not — Claude Code's permission rules are enforced by the harness rather than the model, and Factory blocks a commit outright. The distinction is the SEAM: every gate they ship guards a tool call inside one agent's session. Ours guards a pipeline stage between agents, with a named human reviewer, and the block is a dependency 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7185"/>
                </a:solidFill>
                <a:latin typeface="Helvetica Neue"/>
              </a:rPr>
              <a:t>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Three shipped products fail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Cursor 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denies. “Other exit codes — hook failed, action proceeds (fail-open by default).”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8368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1248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Claude Code 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1248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blocks and cannot be overridden. Exit 1 does not block, and “a mistyped path silently disables the gate”.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0896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3776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Semgrep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3776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 an internal crash it “sends an anonymous crash report… and returns exit code 0”.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check that did not run, reading as a check that passed. That is the single defect shape this project is built to refuse — which is why a missing scanner raises here rather than returning an empty list, and why an empty list of findings can never be produced by a failure.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2172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automated tests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93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311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more for the web app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24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v54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five agent runtimes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all READY, one 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Running in the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An issue triggers a Lambda, an event bus dispatches the pipeline, five runtimes answer, three gates pause for a person.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8368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248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A product, not a 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248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Sign in with GitHub, pick a repository, start a run, watch the stages move, approve a gate, read the 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0896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6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Multi-tenant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3776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One DynamoDB table, isolation enforced by the credential rather than by application code — AWS refuses another tenant's partition.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Your ten notes from the pre-final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YOU ASKED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783080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EXISTS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122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Evaluation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4028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measured arms — a reviewer's miss rate moved 6/8 → 8/8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243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Time and cost vs a coding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2432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$0.013–0.017 per change, priced from the AWS Pricing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083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External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00837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1 of 50 modules import a vendor at module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9242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9242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one compose file: database, API and web, verified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76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Competitive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77647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commissioned research; five of our own claims disproved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Scanner scoring → go / no-go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16052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D3EE"/>
                </a:solidFill>
                <a:latin typeface="Menlo"/>
              </a:rPr>
              <a:t>one policy table for three scanners — BUILT BECAUSE OF THIS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Generated tests + Selenium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54456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tests generated per run; Selenium now runs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2861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RAG / knowledge lake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2861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three curated corpora, wired into four agent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3126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A real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31266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sign-in, live run view, gate approval, cost — finished this week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6967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Restructure as SaaS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569671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tenancy, control-plane API, per-tenant isolation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031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Apply the change, not just carry it   [NEXT]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1031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 merged pull request currently carries the reviewed diff as an artifact. Applying it to the source is the next step, and it is what would let a generated test run against the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2724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Join the two test layers   [NEXT]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12724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Tests are generated from the ticket each run; Selenium runs in CI against the app. Neither verifies the other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51376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Prompt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151376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Cache hit rate is a measured zero — five agents re-send the same repository snapshot at four times the cached rate. The only cost work worth doing.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55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175504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More languages, more scanners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175504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one Python target today. The gate is a table; adding a scanner is a row.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8ECF3"/>
                </a:solidFill>
                <a:latin typeface="Helvetica Neue"/>
              </a:rPr>
              <a:t>The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3464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346100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3383280"/>
            <a:ext cx="118872" cy="118872"/>
          </a:xfrm>
          <a:prstGeom prst="ellipse">
            <a:avLst/>
          </a:prstGeom>
          <a:solidFill>
            <a:srgbClr val="FB7185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3433572"/>
            <a:ext cx="1008888" cy="1828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3433572"/>
            <a:ext cx="1008888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A ticket that deliberately carries a credential. The scanners find it, the run stops at the security stage, and nothing after it runs.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Watch the line numbers: real scanners report 3, 4 and the stand-in fixture reports 4, 5. That pair is the only field that tells the two apart.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377440"/>
            <a:ext cx="1463040" cy="1463040"/>
          </a:xfrm>
          <a:prstGeom prst="ellipse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Mohamed Sorour</a:t>
            </a:r>
          </a:p>
        </p:txBody>
      </p:sp>
      <p:pic>
        <p:nvPicPr>
          <p:cNvPr id="8" name="Picture 7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377440"/>
            <a:ext cx="1463040" cy="1463040"/>
          </a:xfrm>
          <a:prstGeom prst="ellipse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Mariam</a:t>
            </a:r>
          </a:p>
        </p:txBody>
      </p:sp>
      <p:pic>
        <p:nvPicPr>
          <p:cNvPr id="10" name="Picture 9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377440"/>
            <a:ext cx="1463040" cy="1463040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208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Habiba</a:t>
            </a:r>
          </a:p>
        </p:txBody>
      </p:sp>
      <p:pic>
        <p:nvPicPr>
          <p:cNvPr id="12" name="Picture 11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377440"/>
            <a:ext cx="1463040" cy="146304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Reem</a:t>
            </a:r>
          </a:p>
        </p:txBody>
      </p:sp>
      <p:pic>
        <p:nvPicPr>
          <p:cNvPr id="14" name="Picture 13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2377440"/>
            <a:ext cx="1463040" cy="146304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1832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Five engineers. The work is divided by file rather than by feature, which is how fourteen parallel workstreams landed without collisions.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2D3EE"/>
                </a:solidFill>
                <a:latin typeface="Helvetica Neue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theagentorg.rosettacloud.app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BACKUP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How a finding becomes a verdict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HOW ITS SEVERITY IS DECIDED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579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Semgrep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 — seven keys across two vocabularies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Trivy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743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own; UNKNOWN is a real answer, not a fall-through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gitleaks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00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ASSIGNED critical by policy — it reports no severity at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rule is a comparison: block when any finding sits at or above the threshold. No model, no network, no ordering dependence.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07407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An unrecognised severity fails closed AT the block threshold, and that constant is refused at import if it ever drops below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floor is derived from the policy rather than written down twice — two copies of one fact agree until one of them moves.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724143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 threshold outside the vocabulary is REFUSED, never clamped: clamping runs the gate at a setting nobody asked for and reports success.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BACKUP ·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What this does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repository admin can bypass a gate. It is an operator setting, it is reported by the pre-flight check on every run, and it is not hidden.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If the scanners miss something, the reviewer is the only thing that saw it — and the reviewer is advisory. Three human gates are the last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One language, one target repository, three scanners. Breadth is where every competitor is ahead.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617719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merged pull request carries the reviewed diff as an artifact; applying it to the source is the next step on the roadmap.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